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P-001 配管まわり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7589520" cy="475488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457200" y="1051560"/>
            <a:ext cx="758952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051560"/>
            <a:ext cx="3474720" cy="475488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75904" y="1197864"/>
            <a:ext cx="3182112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配管接続部に軽微なにじみあり。次回点検で再確認。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2026/4/9 06:12 JST デモ利用者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応急処置は不要。報告書には経過観察で記載予定。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2026/4/9 06:42 JST 佐藤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60807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プラン: BASIC / 使用量: 0MB / 上限: 1024MB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P-002 計器表示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7589520" cy="475488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457200" y="1051560"/>
            <a:ext cx="758952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051560"/>
            <a:ext cx="3474720" cy="475488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75904" y="1197864"/>
            <a:ext cx="3182112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計器表示は正常範囲。今回は記録のみ。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2026/4/9 07:02 JST デモ利用者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60807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プラン: BASIC / 使用量: 0MB / 上限: 1024MB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P-003 床面状況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7589520" cy="475488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457200" y="1051560"/>
            <a:ext cx="758952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0" y="1051560"/>
            <a:ext cx="3474720" cy="475488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75904" y="1197864"/>
            <a:ext cx="3182112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コメントなし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60807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プラン: BASIC / 使用量: 0MB / 上限: 1024MB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Photo Hub for 監査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2026年4月 定期巡回 demo export</dc:title>
  <dc:subject>Demo export</dc:subject>
  <dc:creator>generate_demo.js</dc:creator>
  <cp:lastModifiedBy>generate_demo.js</cp:lastModifiedBy>
  <cp:revision>1</cp:revision>
  <dcterms:created xsi:type="dcterms:W3CDTF">2026-04-08T23:32:13Z</dcterms:created>
  <dcterms:modified xsi:type="dcterms:W3CDTF">2026-04-08T23:32:13Z</dcterms:modified>
</cp:coreProperties>
</file>