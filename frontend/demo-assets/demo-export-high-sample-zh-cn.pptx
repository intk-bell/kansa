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集装箱编号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集装箱编号已确认。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港口演示管理员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闸口受理时编号核对 OK。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闸口担当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进场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进场时外观已记录。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港口演示管理员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封条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封条编号可视性无问题。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封条确认担当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损伤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右侧面有擦痕。已作为进场时证据保存。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损伤确认担当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出场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出场前外观已确认。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堆场担当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其他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用于司机联系的补充照片。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办公室确认者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2026-06-06T23:47:24Z</dcterms:created>
  <dcterms:modified xsi:type="dcterms:W3CDTF">2026-06-06T23:47:24Z</dcterms:modified>
</cp:coreProperties>
</file>