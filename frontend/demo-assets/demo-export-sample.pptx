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E8F2E2"/>
          </a:solidFill>
          <a:ln w="12700">
            <a:solidFill>
              <a:srgbClr val="BFD2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監査レポート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F-101 2026年4月 定期巡回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P-001 配管まわり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94944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502920" y="1417320"/>
            <a:ext cx="6949440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417320"/>
            <a:ext cx="3520440" cy="44805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563624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コメント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09560" y="1837944"/>
            <a:ext cx="31546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配管接続部に軽微なにじみあり。次回点検で再確認。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2026/4/9 06:20 JST デモ利用者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応急処置は不要。報告書には経過観察で記載予定。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2026/4/9 06:50 JST 佐藤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236208"/>
            <a:ext cx="10241280" cy="0"/>
          </a:xfrm>
          <a:prstGeom prst="line">
            <a:avLst/>
          </a:prstGeom>
          <a:noFill/>
          <a:ln w="12700">
            <a:solidFill>
              <a:srgbClr val="D8E0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6291072"/>
            <a:ext cx="9875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プラン: BASIC / 使用量: 0MB / 上限: 1024MB / 1/3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E8F2E2"/>
          </a:solidFill>
          <a:ln w="12700">
            <a:solidFill>
              <a:srgbClr val="BFD2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監査レポート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F-101 2026年4月 定期巡回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P-002 計器表示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94944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502920" y="1417320"/>
            <a:ext cx="6949440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417320"/>
            <a:ext cx="3520440" cy="44805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563624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コメント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09560" y="1837944"/>
            <a:ext cx="31546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計器表示は正常範囲。今回は記録のみ。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2026/4/9 07:10 JST デモ利用者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236208"/>
            <a:ext cx="10241280" cy="0"/>
          </a:xfrm>
          <a:prstGeom prst="line">
            <a:avLst/>
          </a:prstGeom>
          <a:noFill/>
          <a:ln w="12700">
            <a:solidFill>
              <a:srgbClr val="D8E0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6291072"/>
            <a:ext cx="9875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プラン: BASIC / 使用量: 0MB / 上限: 1024MB / 2/3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E8F2E2"/>
          </a:solidFill>
          <a:ln w="12700">
            <a:solidFill>
              <a:srgbClr val="BFD2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監査レポート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F-101 2026年4月 定期巡回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P-003 床面状況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94944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502920" y="1417320"/>
            <a:ext cx="6949440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417320"/>
            <a:ext cx="3520440" cy="44805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563624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コメント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09560" y="1837944"/>
            <a:ext cx="31546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コメントなし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236208"/>
            <a:ext cx="10241280" cy="0"/>
          </a:xfrm>
          <a:prstGeom prst="line">
            <a:avLst/>
          </a:prstGeom>
          <a:noFill/>
          <a:ln w="12700">
            <a:solidFill>
              <a:srgbClr val="D8E0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6291072"/>
            <a:ext cx="9875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プラン: BASIC / 使用量: 0MB / 上限: 1024MB / 3/3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Photo Hub for 監査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Folder export</dc:subject>
  <dc:creator>Photo Hub for 監査</dc:creator>
  <cp:lastModifiedBy>Photo Hub for 監査</cp:lastModifiedBy>
  <cp:revision>1</cp:revision>
  <dcterms:created xsi:type="dcterms:W3CDTF">2026-04-08T23:40:02Z</dcterms:created>
  <dcterms:modified xsi:type="dcterms:W3CDTF">2026-04-08T23:40:02Z</dcterms:modified>
</cp:coreProperties>
</file>