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报告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集装箱编号: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标签: 集装箱编号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集装箱编号已确认。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06:27 JST 港口演示管理员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闸口受理时编号核对 OK。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06:57 JST 闸口担当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计划: BASIC / 已用: 0MB / 上限: 1024MB / 1/6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报告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集装箱编号: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标签: 进场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进场时外观已记录。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07:17 JST 港口演示管理员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计划: BASIC / 已用: 0MB / 上限: 1024MB / 2/6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报告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集装箱编号: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标签: 封条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封条编号可视性无问题。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07:37 JST 封条确认担当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计划: BASIC / 已用: 0MB / 上限: 1024MB / 3/6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报告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集装箱编号: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标签: 损伤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右侧面有擦痕。已作为进场时证据保存。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07:52 JST 损伤确认担当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计划: BASIC / 已用: 0MB / 上限: 1024MB / 4/6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报告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集装箱编号: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标签: 出场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出场前外观已确认。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08:12 JST 堆场担当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计划: BASIC / 已用: 0MB / 上限: 1024MB / 5/6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报告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集装箱编号: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标签: 其他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评论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用于司机联系的补充照片。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08:27 JST 办公室确认者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计划: BASIC / 已用: 0MB / 上限: 1024MB / 6/6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Container Log export</dc:subject>
  <dc:creator>Cong</dc:creator>
  <cp:lastModifiedBy>Cong</cp:lastModifiedBy>
  <cp:revision>1</cp:revision>
  <dcterms:created xsi:type="dcterms:W3CDTF">2026-06-06T23:47:16Z</dcterms:created>
  <dcterms:modified xsi:type="dcterms:W3CDTF">2026-06-06T23:47:16Z</dcterms:modified>
</cp:coreProperties>
</file>