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Container number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Container number confirmed.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06:27 JST Port demo admin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Number check at gate reception OK.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06:57 JST Gate staff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1/6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Gate 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Exterior at gate-in recorded.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07:17 JST Port demo admin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2/6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Seal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Seal number is clearly visible.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07:37 JST Seal checker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3/6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Damage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Scratch on right side. Saved as gate-in evidence.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07:52 JST Damage checker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4/6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Gate 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Exterior before gate-out confirmed.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08:12 JST Yard staff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5/6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Other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Supplementary photo for driver communication.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08:27 JST Office checker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6/6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Container Log export</dc:subject>
  <dc:creator>Cong</dc:creator>
  <cp:lastModifiedBy>Cong</cp:lastModifiedBy>
  <cp:revision>1</cp:revision>
  <dcterms:created xsi:type="dcterms:W3CDTF">2026-06-06T23:47:24Z</dcterms:created>
  <dcterms:modified xsi:type="dcterms:W3CDTF">2026-06-06T23:47:24Z</dcterms:modified>
</cp:coreProperties>
</file>