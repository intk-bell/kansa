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Số container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Đã xác nhận số container.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06:27 JST Quản trị demo cảng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Đối chiếu số tại cổng OK.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06:57 JST Nhân viên cổng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Nhập bãi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Đã ghi nhận ngoại quan khi nhập bãi.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07:17 JST Quản trị demo cảng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2/6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Seal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Số seal hiển thị rõ.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07:37 JST Nhân viên kiểm tra seal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3/6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Hư hỏng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Có vết xước ở mặt phải. Đã lưu làm bằng chứng khi nhập bãi.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07:52 JST Nhân viên kiểm tra hư hỏng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4/6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Xuất bãi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Đã xác nhận ngoại quan trước khi xuất bãi.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08:12 JST Nhân viên bãi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5/6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Báo cáo Cong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Số container: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Thẻ: Khác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Bình luận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Ảnh bổ sung để liên hệ tài xế.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08:27 JST Người kiểm tra văn phòng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Gói: BASIC / Đã dùng: 0MB / Giới hạn: 1024MB / 6/6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Container Log export</dc:subject>
  <dc:creator>Cong</dc:creator>
  <cp:lastModifiedBy>Cong</cp:lastModifiedBy>
  <cp:revision>1</cp:revision>
  <dcterms:created xsi:type="dcterms:W3CDTF">2026-06-06T23:47:16Z</dcterms:created>
  <dcterms:modified xsi:type="dcterms:W3CDTF">2026-06-06T23:47:16Z</dcterms:modified>
</cp:coreProperties>
</file>