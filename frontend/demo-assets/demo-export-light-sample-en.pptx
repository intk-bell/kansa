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Container number: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22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Tag: Container number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Container number confirmed.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06:27 JST Port demo admin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Number check at gate reception OK.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06:57 JST Gate staff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Plan: BASIC / Used: 0MB / Limit: 1024MB / 1/6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Container number: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Tag: Gate 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Exterior at gate-in recorded.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07:17 JST Port demo admin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Plan: BASIC / Used: 0MB / Limit: 1024MB / 2/6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Container number: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Tag: Seal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Seal number is clearly visible.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07:37 JST Seal checker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Plan: BASIC / Used: 0MB / Limit: 1024MB / 3/6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Container number: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Tag: Damage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Scratch on right side. Saved as gate-in evidence.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07:52 JST Damage checker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Plan: BASIC / Used: 0MB / Limit: 1024MB / 4/6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Container number: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Tag: Gate out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Exterior before gate-out confirmed.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08:12 JST Yard staff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Plan: BASIC / Used: 0MB / Limit: 1024MB / 5/6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47472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E8F2E2"/>
          </a:solidFill>
          <a:ln w="12700">
            <a:solidFill>
              <a:srgbClr val="BFD2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411480"/>
            <a:ext cx="12344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Cong Report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Container number: TCLU1234567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7D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Tag: Other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949440" cy="4480560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502920" y="1417320"/>
            <a:ext cx="694944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417320"/>
            <a:ext cx="3520440" cy="44805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2700">
            <a:solidFill>
              <a:srgbClr val="D8E0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09560" y="1563624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D5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Comments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09560" y="1837944"/>
            <a:ext cx="31546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Supplementary photo for driver communication.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2026/6/7 08:27 JST Office checker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6236208"/>
            <a:ext cx="10241280" cy="0"/>
          </a:xfrm>
          <a:prstGeom prst="line">
            <a:avLst/>
          </a:prstGeom>
          <a:noFill/>
          <a:ln w="12700">
            <a:solidFill>
              <a:srgbClr val="D8E0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6291072"/>
            <a:ext cx="98755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Plan: BASIC / Used: 0MB / Limit: 1024MB / 6/6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Container Log export</dc:subject>
  <dc:creator>Cong</dc:creator>
  <cp:lastModifiedBy>Cong</cp:lastModifiedBy>
  <cp:revision>1</cp:revision>
  <dcterms:created xsi:type="dcterms:W3CDTF">2026-06-06T23:47:16Z</dcterms:created>
  <dcterms:modified xsi:type="dcterms:W3CDTF">2026-06-06T23:47:16Z</dcterms:modified>
</cp:coreProperties>
</file>