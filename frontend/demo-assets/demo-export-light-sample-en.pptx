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E8F2E2"/>
          </a:solidFill>
          <a:ln w="12700">
            <a:solidFill>
              <a:srgbClr val="BFD2B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411480"/>
            <a:ext cx="123444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8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Audit report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7498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F-101 2026年4月 定期巡回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502920" y="1124712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P-001 配管まわり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6949440" cy="4480560"/>
          </a:xfrm>
          <a:prstGeom prst="roundRect">
            <a:avLst>
              <a:gd name="adj" fmla="val 1020"/>
            </a:avLst>
          </a:prstGeom>
          <a:solidFill>
            <a:srgbClr val="FFFFFF"/>
          </a:solidFill>
          <a:ln w="12700">
            <a:solidFill>
              <a:srgbClr val="D8E0D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0" b="0"/>
          <a:stretch/>
        </p:blipFill>
        <p:spPr>
          <a:xfrm>
            <a:off x="502920" y="1417320"/>
            <a:ext cx="6949440" cy="4480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726680" y="1417320"/>
            <a:ext cx="3520440" cy="448056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09560" y="1563624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8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Comments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909560" y="1837944"/>
            <a:ext cx="3154680" cy="3767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配管接続部に軽微なにじみあり。次回点検で再確認。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2026/5/2 06:39 JST デモ利用者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応急処置は不要。報告書には経過観察で記載予定。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2026/5/2 07:09 JST 佐藤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6236208"/>
            <a:ext cx="10241280" cy="0"/>
          </a:xfrm>
          <a:prstGeom prst="line">
            <a:avLst/>
          </a:prstGeom>
          <a:noFill/>
          <a:ln w="12700">
            <a:solidFill>
              <a:srgbClr val="D8E0D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0352" y="6291072"/>
            <a:ext cx="98755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Plan: BASIC / Used: 0MB / Limit: 1024MB / 1/3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E8F2E2"/>
          </a:solidFill>
          <a:ln w="12700">
            <a:solidFill>
              <a:srgbClr val="BFD2B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411480"/>
            <a:ext cx="123444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8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Audit report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7498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F-101 2026年4月 定期巡回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502920" y="1124712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P-002 計器表示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6949440" cy="4480560"/>
          </a:xfrm>
          <a:prstGeom prst="roundRect">
            <a:avLst>
              <a:gd name="adj" fmla="val 1020"/>
            </a:avLst>
          </a:prstGeom>
          <a:solidFill>
            <a:srgbClr val="FFFFFF"/>
          </a:solidFill>
          <a:ln w="12700">
            <a:solidFill>
              <a:srgbClr val="D8E0D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0" b="0"/>
          <a:stretch/>
        </p:blipFill>
        <p:spPr>
          <a:xfrm>
            <a:off x="502920" y="1417320"/>
            <a:ext cx="6949440" cy="4480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726680" y="1417320"/>
            <a:ext cx="3520440" cy="448056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09560" y="1563624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8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Comments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909560" y="1837944"/>
            <a:ext cx="3154680" cy="3767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計器表示は正常範囲。今回は記録のみ。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2026/5/2 07:29 JST デモ利用者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6236208"/>
            <a:ext cx="10241280" cy="0"/>
          </a:xfrm>
          <a:prstGeom prst="line">
            <a:avLst/>
          </a:prstGeom>
          <a:noFill/>
          <a:ln w="12700">
            <a:solidFill>
              <a:srgbClr val="D8E0D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0352" y="6291072"/>
            <a:ext cx="98755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Plan: BASIC / Used: 0MB / Limit: 1024MB / 2/3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E8F2E2"/>
          </a:solidFill>
          <a:ln w="12700">
            <a:solidFill>
              <a:srgbClr val="BFD2B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411480"/>
            <a:ext cx="123444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8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Audit report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7498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F-101 2026年4月 定期巡回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502920" y="1124712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P-003 床面状況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6949440" cy="4480560"/>
          </a:xfrm>
          <a:prstGeom prst="roundRect">
            <a:avLst>
              <a:gd name="adj" fmla="val 1020"/>
            </a:avLst>
          </a:prstGeom>
          <a:solidFill>
            <a:srgbClr val="FFFFFF"/>
          </a:solidFill>
          <a:ln w="12700">
            <a:solidFill>
              <a:srgbClr val="D8E0D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0" b="0"/>
          <a:stretch/>
        </p:blipFill>
        <p:spPr>
          <a:xfrm>
            <a:off x="502920" y="1417320"/>
            <a:ext cx="6949440" cy="4480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726680" y="1417320"/>
            <a:ext cx="3520440" cy="448056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09560" y="1563624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8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Comments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909560" y="1837944"/>
            <a:ext cx="3154680" cy="3767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 comments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6236208"/>
            <a:ext cx="10241280" cy="0"/>
          </a:xfrm>
          <a:prstGeom prst="line">
            <a:avLst/>
          </a:prstGeom>
          <a:noFill/>
          <a:ln w="12700">
            <a:solidFill>
              <a:srgbClr val="D8E0D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0352" y="6291072"/>
            <a:ext cx="98755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Plan: BASIC / Used: 0MB / Limit: 1024MB / 3/3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Photo Hub for Audit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Folder export</dc:subject>
  <dc:creator>Photo Hub for Audit</dc:creator>
  <cp:lastModifiedBy>Photo Hub for Audit</cp:lastModifiedBy>
  <cp:revision>1</cp:revision>
  <dcterms:created xsi:type="dcterms:W3CDTF">2026-05-01T23:59:46Z</dcterms:created>
  <dcterms:modified xsi:type="dcterms:W3CDTF">2026-05-01T23:59:46Z</dcterms:modified>
</cp:coreProperties>
</file>