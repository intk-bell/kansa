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P-001 配管まわり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配管接続部に軽微なにじみあり。次回点検で再確認。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06:39 JST デモ利用者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応急処置は不要。報告書には経過観察で記載予定。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07:09 JST 佐藤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1/3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P-002 計器表示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計器表示は正常範囲。今回は記録のみ。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07:29 JST デモ利用者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2/3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P-003 床面状況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Không có bình luận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3/3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Photo Hub cho kiểm toán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Folder export</dc:subject>
  <dc:creator>Photo Hub cho kiểm toán</dc:creator>
  <cp:lastModifiedBy>Photo Hub cho kiểm toán</cp:lastModifiedBy>
  <cp:revision>1</cp:revision>
  <dcterms:created xsi:type="dcterms:W3CDTF">2026-05-01T23:59:54Z</dcterms:created>
  <dcterms:modified xsi:type="dcterms:W3CDTF">2026-05-01T23:59:54Z</dcterms:modified>
</cp:coreProperties>
</file>